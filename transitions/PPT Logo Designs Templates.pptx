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9030-D8BF-F5C5-0870-B487E9C82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B9CAE-C0BD-5BE2-C230-26DC7D342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82D0-FEAC-A0CF-980D-20C3808A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58058-7EF7-7E41-95AA-E4ED1BBA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6BEC1-7BDD-D0BE-9636-412186750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0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6EE40-B07C-58E2-5F99-152BE33D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94B7B-8032-0106-9F1A-6FBC2A4F7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8AAD0-3173-A3ED-2811-A02B1279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169CE-5ED6-80D5-EF9F-7FC19601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35D85-53FB-9F9C-7E99-803E2201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1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0D36-8876-4BF9-2314-DDB9370A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D2078-9DA2-B647-2645-9CFD7A86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957AB-2B5A-9740-2BE3-FD67FB4F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EAF52-19E9-D33A-38E2-30448BE8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6084-CF58-A968-0034-E02AF4CD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3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288B-D6E7-A274-91AE-5D8979DF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114B-9A3D-E0E8-5DAF-8A34C96EE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D450C-FDA7-BF06-8BEC-8C55DE0D3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AC59D-9BE4-49F1-21BA-C9E64363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B0145-2922-B703-5C75-693C9DD6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83B1D-B50F-89A2-12E3-A6C1F8C0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2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DF93F-2762-F8ED-DDC1-2B9C037D5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181E9-3C6A-0255-4F43-ACADB3523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6A4CD-1298-FB0D-3998-699CADB13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D2C3D-8109-53F1-BF05-A3245B71A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4A299-E9F7-814B-49DF-9CA78D9AA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ACB88D-12EB-1CA4-F140-B4F7C902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EDCC2D-5DA0-6EDD-A05C-82E2633D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2D177-FA27-8876-C2D9-2E9C4CA5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8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0C67-0156-5418-A2E7-5D4ED2B1D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DE1BC-3373-01EA-C115-C7CE9BDF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B252E-02E4-BD4F-FDF2-02DCCF7EA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E4298-AE2F-46FF-4507-CCB3BFAC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7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AA248-AA13-4577-ED1F-51E11A56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2AD42-716C-519C-1996-B560B820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F5D3D-B606-5E1D-EF8A-2186562C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0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7E7B6-61BF-E563-28F7-0F9B8013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B9ED-549A-23A1-7892-149822440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795ED-EEFC-411B-22CC-FFB299643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89F9C-F384-008F-ADBC-FD198A47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F35EB-22FE-87E9-F2DC-90DF1D03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54E5F-EF17-56E5-EF46-9132F540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8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79E4-FAC8-8031-FECD-868B4A86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8E582-529B-91A5-75C4-3016823E1E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0DC2C-260A-54C2-8521-17B1115D6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9C84D-77F1-6BF4-8DFC-ABCBB1D9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EB04E-CF6F-50CA-3D9D-3E77DEA7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76CBB-FCCB-29C7-9A38-EFECF87D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01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CD21-6A53-5251-222C-6A12E96B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EA347-1A1E-03E7-59DB-EA9CDD22A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7E726-6109-5EFB-1142-A72BA952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CDA0A-9A25-82B6-EEFC-0F84ECCCC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3AD96-AB4E-08F1-6BFE-EF815938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87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DE4FB3-E8A8-C01F-579B-42D55F185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D5D4C-507C-15CF-C6B8-6E300B9F1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41450-98DC-14CB-2448-5559597E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6FC31-D742-484D-B4D9-D1CCB434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66249-FC94-1E2C-5A84-D4C2E23C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3E32D-B2FE-3AAE-D3EE-4C0F3868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80563-940B-FAD3-EDBB-C4A1DB34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2E0A2-C1C0-8110-A5B8-5D09B2C83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7A7A8-93A3-454B-9EB9-61427DFDD8A3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365CF-27D1-B828-8ABA-036632769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2E6D-C2A6-9A2F-6453-992B2DC15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45549-8124-48CE-B120-66962E960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6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1981677-9A69-1A37-4BF7-2E7FBF9E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498" y="3623962"/>
            <a:ext cx="1207113" cy="16399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AC359-44B7-CB19-5042-8C66736E5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316" y="1152986"/>
            <a:ext cx="10353368" cy="2387600"/>
          </a:xfrm>
        </p:spPr>
        <p:txBody>
          <a:bodyPr>
            <a:normAutofit fontScale="90000"/>
          </a:bodyPr>
          <a:lstStyle/>
          <a:p>
            <a:r>
              <a:rPr lang="en-US" sz="239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</a:t>
            </a:r>
            <a:r>
              <a:rPr lang="en-US" sz="239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</a:t>
            </a:r>
            <a:r>
              <a:rPr lang="en-US" sz="13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3900" b="1" dirty="0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13800" b="1" dirty="0">
              <a:solidFill>
                <a:srgbClr val="EE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FE472-01B0-3DCF-EB1E-956F80901E17}"/>
              </a:ext>
            </a:extLst>
          </p:cNvPr>
          <p:cNvSpPr/>
          <p:nvPr/>
        </p:nvSpPr>
        <p:spPr>
          <a:xfrm>
            <a:off x="989402" y="3234038"/>
            <a:ext cx="5403271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</a:t>
            </a:r>
            <a:r>
              <a:rPr lang="en-US" sz="16600" b="1" dirty="0" err="1">
                <a:solidFill>
                  <a:srgbClr val="EE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166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6265F2-2E17-4AF1-2E84-B4943F409BC9}"/>
              </a:ext>
            </a:extLst>
          </p:cNvPr>
          <p:cNvSpPr/>
          <p:nvPr/>
        </p:nvSpPr>
        <p:spPr>
          <a:xfrm>
            <a:off x="5115474" y="3042418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D489A-865C-FCF4-D026-1614F7965E21}"/>
              </a:ext>
            </a:extLst>
          </p:cNvPr>
          <p:cNvSpPr/>
          <p:nvPr/>
        </p:nvSpPr>
        <p:spPr>
          <a:xfrm>
            <a:off x="5451986" y="3540586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31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4C91-AD55-B38A-2B68-5695889EF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66E44F-2B59-5838-C231-4C609BE15B7C}"/>
              </a:ext>
            </a:extLst>
          </p:cNvPr>
          <p:cNvSpPr/>
          <p:nvPr/>
        </p:nvSpPr>
        <p:spPr>
          <a:xfrm>
            <a:off x="989402" y="3234038"/>
            <a:ext cx="9079389" cy="1847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recis</a:t>
            </a:r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e®</a:t>
            </a: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C31979-9CE5-5CA9-B089-ECBE2E227395}"/>
              </a:ext>
            </a:extLst>
          </p:cNvPr>
          <p:cNvSpPr/>
          <p:nvPr/>
        </p:nvSpPr>
        <p:spPr>
          <a:xfrm>
            <a:off x="5115474" y="3042418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15251D-DC57-239B-5778-936A109FBEAE}"/>
              </a:ext>
            </a:extLst>
          </p:cNvPr>
          <p:cNvSpPr/>
          <p:nvPr/>
        </p:nvSpPr>
        <p:spPr>
          <a:xfrm>
            <a:off x="5451986" y="3540586"/>
            <a:ext cx="4732774" cy="2522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AC5D4-8AB4-3828-051D-AD4C659E061C}"/>
              </a:ext>
            </a:extLst>
          </p:cNvPr>
          <p:cNvSpPr/>
          <p:nvPr/>
        </p:nvSpPr>
        <p:spPr>
          <a:xfrm>
            <a:off x="1870363" y="4801654"/>
            <a:ext cx="7543801" cy="4423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PrEP Recording and Inventory System for Efficiency</a:t>
            </a:r>
            <a:endParaRPr lang="en-US" sz="2800" spc="300" dirty="0">
              <a:solidFill>
                <a:srgbClr val="002060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B58840-A76B-27CF-DDF9-4C1ACF96A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0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540B-DBF6-B8EA-AECB-CD14524A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PrEP Recording and Inventory System for Efficiency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B1F270-A874-D0CF-BB8C-42D15A94D5C0}"/>
              </a:ext>
            </a:extLst>
          </p:cNvPr>
          <p:cNvSpPr/>
          <p:nvPr/>
        </p:nvSpPr>
        <p:spPr>
          <a:xfrm>
            <a:off x="989402" y="3234038"/>
            <a:ext cx="9079389" cy="1847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1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recis</a:t>
            </a:r>
            <a:r>
              <a:rPr lang="en-US" sz="166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82D127-4C30-1F84-030F-950462E3C210}"/>
              </a:ext>
            </a:extLst>
          </p:cNvPr>
          <p:cNvSpPr txBox="1">
            <a:spLocks/>
          </p:cNvSpPr>
          <p:nvPr/>
        </p:nvSpPr>
        <p:spPr>
          <a:xfrm>
            <a:off x="2498414" y="4583835"/>
            <a:ext cx="6188386" cy="694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PrEP Recording and Inventory System for Efficiency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5683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DC318-D464-082C-F64B-233F963B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4A50-1DD6-1901-6519-D4D1592A9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Transition and Integration Tracker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D10E0E-C773-8E5E-1527-CBBFB286B6C1}"/>
              </a:ext>
            </a:extLst>
          </p:cNvPr>
          <p:cNvSpPr/>
          <p:nvPr/>
        </p:nvSpPr>
        <p:spPr>
          <a:xfrm>
            <a:off x="4592781" y="2839311"/>
            <a:ext cx="4561609" cy="18471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Vuka</a:t>
            </a:r>
            <a:endParaRPr lang="en-US" sz="166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34A0862-D2E7-0BD6-D5BD-3788A8A8F5CC}"/>
              </a:ext>
            </a:extLst>
          </p:cNvPr>
          <p:cNvSpPr txBox="1">
            <a:spLocks/>
          </p:cNvSpPr>
          <p:nvPr/>
        </p:nvSpPr>
        <p:spPr>
          <a:xfrm>
            <a:off x="4452504" y="5076681"/>
            <a:ext cx="5011882" cy="694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spc="3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Transition and Integration Tracker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46006D-99F1-7547-D4F4-AFDBB0A62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227" y="4296175"/>
            <a:ext cx="3768436" cy="78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50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36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Angsana New</vt:lpstr>
      <vt:lpstr>Aptos</vt:lpstr>
      <vt:lpstr>Aptos Display</vt:lpstr>
      <vt:lpstr>Arial</vt:lpstr>
      <vt:lpstr>Calibri</vt:lpstr>
      <vt:lpstr>Office Theme</vt:lpstr>
      <vt:lpstr>Easyfl    w-l</vt:lpstr>
      <vt:lpstr>PowerPoint Presentation</vt:lpstr>
      <vt:lpstr>PrEP Recording and Inventory System for Efficiency</vt:lpstr>
      <vt:lpstr>Transition and Integration Tracker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LYANI SITTI</dc:creator>
  <cp:lastModifiedBy>LYANI SITTI</cp:lastModifiedBy>
  <cp:revision>2</cp:revision>
  <dcterms:created xsi:type="dcterms:W3CDTF">2026-04-16T07:37:43Z</dcterms:created>
  <dcterms:modified xsi:type="dcterms:W3CDTF">2026-04-17T12:52:51Z</dcterms:modified>
</cp:coreProperties>
</file>